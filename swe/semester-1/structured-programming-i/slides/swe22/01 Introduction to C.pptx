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5tgZl5N3uWdFoPRKuJVhrHFPK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6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8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" name="Google Shape;51;p18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9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20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Introduction to C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Origins of C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byproduct of UNIX operating systems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Developed at Bell Laboratories by Ken Thompson, Dennis Ritchie and others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UNIX was written in Assembly language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Debugging complications inspired Thompson to write a new language - B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 was based on BCPL (a systems programming language)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Origins of C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1971, Ritchie began to develop an extended version of B, which he named </a:t>
            </a:r>
            <a:r>
              <a:rPr b="1" lang="en">
                <a:solidFill>
                  <a:srgbClr val="000000"/>
                </a:solidFill>
              </a:rPr>
              <a:t>NB</a:t>
            </a:r>
            <a:r>
              <a:rPr lang="en">
                <a:solidFill>
                  <a:srgbClr val="000000"/>
                </a:solidFill>
              </a:rPr>
              <a:t> (“New B”)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the language diverged from B, he changed its name to C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UNIX was rewritten in C in 1973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ALGOL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4"/>
          <p:cNvSpPr txBox="1"/>
          <p:nvPr>
            <p:ph idx="4294967295" type="body"/>
          </p:nvPr>
        </p:nvSpPr>
        <p:spPr>
          <a:xfrm>
            <a:off x="318375" y="374700"/>
            <a:ext cx="8177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Chronological evolution of C language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BCPL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B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New B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C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Standardization of C</a:t>
            </a:r>
            <a:endParaRPr/>
          </a:p>
        </p:txBody>
      </p:sp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471900" y="1763650"/>
            <a:ext cx="82221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i="1" lang="en" sz="2200">
                <a:solidFill>
                  <a:srgbClr val="000000"/>
                </a:solidFill>
              </a:rPr>
              <a:t>K&amp;R C</a:t>
            </a:r>
            <a:endParaRPr>
              <a:solidFill>
                <a:srgbClr val="000000"/>
              </a:solidFill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Described in Kernighan and Ritchie, </a:t>
            </a:r>
            <a:r>
              <a:rPr i="1" lang="en" sz="1800">
                <a:solidFill>
                  <a:srgbClr val="000000"/>
                </a:solidFill>
              </a:rPr>
              <a:t>The C Programming Language (1978)</a:t>
            </a:r>
            <a:endParaRPr sz="1800">
              <a:solidFill>
                <a:srgbClr val="000000"/>
              </a:solidFill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Became the De facto standard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Popularized in 1970s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popularity grows, different C compiler processed features differently in the 1980s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Standardization of C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471900" y="1919075"/>
            <a:ext cx="82221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i="1" lang="en" sz="2200">
                <a:solidFill>
                  <a:srgbClr val="000000"/>
                </a:solidFill>
              </a:rPr>
              <a:t>C89/C90</a:t>
            </a:r>
            <a:endParaRPr>
              <a:solidFill>
                <a:srgbClr val="000000"/>
              </a:solidFill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ANSI* standard approved in 1989</a:t>
            </a:r>
            <a:endParaRPr sz="18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i="1" lang="en" sz="2200">
                <a:solidFill>
                  <a:srgbClr val="000000"/>
                </a:solidFill>
              </a:rPr>
              <a:t>ANSI C/C99</a:t>
            </a:r>
            <a:endParaRPr>
              <a:solidFill>
                <a:srgbClr val="000000"/>
              </a:solidFill>
            </a:endParaRPr>
          </a:p>
          <a:p>
            <a:pPr indent="-3429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New standard in 1999 by ANSI 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Current Standard is : C11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* ANSI (American National Standards Institute)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 based languages</a:t>
            </a:r>
            <a:endParaRPr/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C++</a:t>
            </a:r>
            <a:r>
              <a:rPr lang="en">
                <a:solidFill>
                  <a:srgbClr val="000000"/>
                </a:solidFill>
              </a:rPr>
              <a:t> includes all the features of C, but adds feature support for object oriented programming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Java</a:t>
            </a:r>
            <a:r>
              <a:rPr lang="en">
                <a:solidFill>
                  <a:srgbClr val="000000"/>
                </a:solidFill>
              </a:rPr>
              <a:t> based on C++ and therefore inherits many features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C#</a:t>
            </a:r>
            <a:r>
              <a:rPr lang="en">
                <a:solidFill>
                  <a:srgbClr val="000000"/>
                </a:solidFill>
              </a:rPr>
              <a:t> is more recent language derived from Java and C++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Perl</a:t>
            </a:r>
            <a:r>
              <a:rPr lang="en">
                <a:solidFill>
                  <a:srgbClr val="000000"/>
                </a:solidFill>
              </a:rPr>
              <a:t> another scripting language, adopted many features of C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JavaScript</a:t>
            </a:r>
            <a:r>
              <a:rPr lang="en">
                <a:solidFill>
                  <a:srgbClr val="000000"/>
                </a:solidFill>
              </a:rPr>
              <a:t> uses syntax influenced by C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Properties of C</a:t>
            </a:r>
            <a:endParaRPr/>
          </a:p>
        </p:txBody>
      </p:sp>
      <p:sp>
        <p:nvSpPr>
          <p:cNvPr id="119" name="Google Shape;119;p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Low level language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Comparatively small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Permissive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